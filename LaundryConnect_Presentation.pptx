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8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093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/home/claude/pptx/icons/layers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LOGISTICS — A DSA-DRIVEN PLATFORM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LaundryConnect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Laundry Pickup &amp; Delivery Management Platform, built on hand-implemented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Tries, Heaps, Interval Scheduling, and Dijkstra's Algorithm.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Aniket Singh Rajput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Reg. No. 12417064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Lovely Professional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88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/home/claude/pptx/icons/target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20720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1671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LaundryConnect exists and what it set out to solve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888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1" descr="/home/claude/pptx/icons/layers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207203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83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Architecture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15200" y="21671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stack, system design, and data flow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63474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2" descr="/home/claude/pptx/icons/search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37179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429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DSA Implementation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Priority Queue, Interval Scheduling, Dijkstra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24612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63474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1" name="Image 3" descr="/home/claude/pptx/icons/bolt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450" y="37179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429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Features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tracking, payments, reviews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28066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6" name="Image 4" descr="/home/claude/pptx/icons/calendar_F59E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" y="5363870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074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Build Timeline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00200" y="54589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was executed end-to-end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63640" y="48920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528066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1" name="Image 5" descr="/home/claude/pptx/icons/rocket_F59E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450" y="5363870"/>
            <a:ext cx="473659" cy="47365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15200" y="5074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Results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315200" y="54589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 + Render, challenges solved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20624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Laundry logistics is harder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it looks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small-scale laundry operators coordinate pickups, deliveries, and order status manually — or through basic CRUD apps that store data without any logic to optimize operations.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8679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7216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 get double-booked for overlapping time slots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4348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8853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orders and long-waiting orders compete unfairly for priority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500176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5546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Multi-stop deliveries are routed with no real optimization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56869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4223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no visibility into live order status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452360" y="128016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160020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0" descr="/home/claude/pptx/icons/warn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330" y="1683410"/>
            <a:ext cx="473659" cy="4736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410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18120" y="246888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delivery time, unfair order processing, frustrated customers, and a business that can't scale past a handful of manual daily orders.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" cy="530352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5" name="Image 0" descr="/home/claude/pptx/icons/shield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6" y="1669146"/>
            <a:ext cx="392460" cy="392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819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role-based authentication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23560" y="158191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across customer, partner, and admin roles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350008"/>
            <a:ext cx="530352" cy="530352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0" name="Image 1" descr="/home/claude/pptx/icons/search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86" y="2418954"/>
            <a:ext cx="392460" cy="392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3317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Instant, scalable service search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23560" y="23317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Trie — O(prefix length), independent of catalog size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008376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099816"/>
            <a:ext cx="530352" cy="530352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5" name="Image 2" descr="/home/claude/pptx/icons/layers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86" y="3168762"/>
            <a:ext cx="392460" cy="392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081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Fair, starvation-free order processing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23560" y="308152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max-heap priority queue with wait-time aging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3758184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3849624"/>
            <a:ext cx="530352" cy="530352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0" name="Image 3" descr="/home/claude/pptx/icons/calendar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86" y="3918570"/>
            <a:ext cx="392460" cy="3924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8313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delivery-slot conflicts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623560" y="383133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scheduling with automatic free-slot suggestions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507992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4599432"/>
            <a:ext cx="530352" cy="530352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5" name="Image 4" descr="/home/claude/pptx/icons/route_F59E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586" y="4668378"/>
            <a:ext cx="392460" cy="3924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458114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multi-stop delivery routes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623560" y="458114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+ greedy nearest-neighbor over live coordinates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5257800"/>
            <a:ext cx="111556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48640" y="5349240"/>
            <a:ext cx="530352" cy="530352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0" name="Image 5" descr="/home/claude/pptx/icons/bolt_F59E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586" y="5418186"/>
            <a:ext cx="392460" cy="3924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80160" y="53309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order tracking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5623560" y="533095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push updates — no polling required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/home/claude/pptx/icons/react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9636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(Vite), Tailwind CSS, React Router, Axios, Socket.io Client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74520"/>
            <a:ext cx="685800" cy="6858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1" descr="/home/claude/pptx/icons/server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594" y="19636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063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Express.js, Socket.io Server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874520"/>
            <a:ext cx="685800" cy="6858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2" descr="/home/claude/pptx/icons/db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074" y="196367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3063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(Cloud) with Mongoose ODM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343400"/>
            <a:ext cx="685800" cy="6858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1" name="Image 3" descr="/home/claude/pptx/icons/shield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114" y="44325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166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&amp; Security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5532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(JWT), bcrypt password hashing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406908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4343400"/>
            <a:ext cx="685800" cy="685800"/>
          </a:xfrm>
          <a:prstGeom prst="ellipse">
            <a:avLst/>
          </a:prstGeom>
          <a:solidFill>
            <a:srgbClr val="F8FAFC"/>
          </a:solidFill>
          <a:ln/>
        </p:spPr>
      </p:sp>
      <p:pic>
        <p:nvPicPr>
          <p:cNvPr id="26" name="Image 4" descr="/home/claude/pptx/icons/github_1F29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2594" y="4432554"/>
            <a:ext cx="507492" cy="5074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5166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63440" y="5532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GitHub, MIT Licensed, public repository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406908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94A3B8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03920" y="4343400"/>
            <a:ext cx="685800" cy="68580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1" name="Image 5" descr="/home/claude/pptx/icons/cloud_F59E0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074" y="4432554"/>
            <a:ext cx="507492" cy="5074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03920" y="5166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503920" y="5532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 + Render (Backend)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Client (Vite)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Partner / Admin UI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2651760"/>
            <a:ext cx="0" cy="3657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240280" y="2697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(Axios) + WebSocket (Socket.io)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+ Socket.io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real-time events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3931920"/>
            <a:ext cx="0" cy="3657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240280" y="3977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invoke DSA utils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89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Utility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731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· Heap · Scheduler · Dijkstra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5212080"/>
            <a:ext cx="0" cy="36576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2240280" y="5257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55778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669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053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Order · Service · Partner · Slot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737360"/>
            <a:ext cx="5577840" cy="384048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Utility Layer — What Lives Here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251460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5" name="Image 0" descr="/home/claude/pptx/icons/search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40" y="2579980"/>
            <a:ext cx="372161" cy="37216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49440" y="2496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Trie.js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949440" y="2761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search over service catalog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309360" y="329184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29" name="Image 1" descr="/home/claude/pptx/icons/layers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740" y="3357220"/>
            <a:ext cx="372161" cy="37216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49440" y="32735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PriorityQueue.js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949440" y="3538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for order processing order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309360" y="406908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3" name="Image 2" descr="/home/claude/pptx/icons/calendar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740" y="4134460"/>
            <a:ext cx="372161" cy="372161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949440" y="40507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intervalScheduler.js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6949440" y="4315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Sorted-sweep slot conflict detection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309360" y="4846320"/>
            <a:ext cx="502920" cy="5029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7" name="Image 3" descr="/home/claude/pptx/icons/route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4740" y="4911700"/>
            <a:ext cx="372161" cy="372161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49440" y="48280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dijkstra.js + routeOptimizer.js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949440" y="5093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delivery routing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" name="Image 0" descr="/home/claude/pptx/icons/search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804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Trie — Instant Service Search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stores a Set of matching service IDs at every character along the insertion path — search resolves in O(k) time, k = prefix length, independent of total catalog size.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9260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search(prefix) {
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node = this.root;
  for (const char of prefix) {
    if (!node.children[char])
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[];
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node = node.children[char];
  }
</a:t>
            </a: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Array.from(node.serviceIds);
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</p:spPr>
      </p:sp>
      <p:pic>
        <p:nvPicPr>
          <p:cNvPr id="10" name="Image 1" descr="/home/claude/pptx/assets/service-create-tes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1554480"/>
            <a:ext cx="4937760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" name="Image 0" descr="/home/claude/pptx/icons/layers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804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Max-Heap — Fair Order Processing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max-heap stored as a flat array. Priority combines an express-flag base score with a wait-time bonus — preventing older standard orders from being starved by a constant stream of new express orders.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69164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9443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1520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extractMax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2834640"/>
            <a:ext cx="169164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2560320" y="29443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Array-based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560320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pointer overhead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97680" y="2834640"/>
            <a:ext cx="1691640" cy="1188720"/>
          </a:xfrm>
          <a:prstGeom prst="roundRect">
            <a:avLst>
              <a:gd name="adj" fmla="val 5385"/>
            </a:avLst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4389120" y="294436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Anti-starvation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389120" y="3456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aging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0080" y="42976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priorityScore = (isExpress ? 100 : 10) + minutesWaiting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dynamically at every queue read, so wait-time aging is always current.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141732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6191C4F-3D87-D77D-F3DD-2E79BF029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645919"/>
            <a:ext cx="4800600" cy="4261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 Scheduling — Zero Slot Conflicts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slots for a date are sorted by start time; a running cursor sweeps forward to detect overlaps or free gaps — the classic sorted-sweep interval scheduling pattern.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486400" cy="3291840"/>
          </a:xfrm>
          <a:prstGeom prst="roundRect">
            <a:avLst>
              <a:gd name="adj" fmla="val 1944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9260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hasConflict(existingSlots, newStart, newEnd) {
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slot of existingSlots) {
    if (doesOverlap(slot.startTime,
        slot.endTime, newStart, newEnd))
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true;
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  return false;
}
</a:t>
            </a:r>
            <a:r>
              <a:rPr lang="en-US" sz="12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O(n log n) sort + linear sweep
// vs. O(n²) naive pairwise checks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Timeline Example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             11:00              13:00              15:00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292608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9809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361188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36667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Request — CONFLICT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Overlaps existing slot 09:00–10:30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617720"/>
            <a:ext cx="1371600" cy="4572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7258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Free Slot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Auto-suggested next available: 10:30–12:00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" name="Image 0" descr="/home/claude/pptx/icons/route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804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 — Optimized Delivery Routes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stops form a complete graph with edge weights from the Haversine great-circle distance formula. Dijkstra's shortest-path algorithm, combined with a greedy nearest-neighbor heuristic, sequences a partner's multiple stops efficiently.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exact TSP?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multi-stop route optimization is NP-hard — greedy nearest-neighbor is the standard, practical approximation for realistic stop counts.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406908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(!pq.isEmpty()) {
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node } = pq.dequeue();
  for (const nb of graph[node]) {
    const d = distances[node] + nb.weight;
</a:t>
            </a: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 &lt; distances[nb.node])
</a:t>
            </a: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pq.enqueue(nb.node, d);
 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55080" y="141732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5A796FF-F526-1C75-CFE0-A1043D241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645920"/>
            <a:ext cx="481279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Order Tracking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emits a room-scoped Socket.io event. The customer's Track Order page listens and updates instantly — no page refresh, no polling.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95351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953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8346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updates status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73075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30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/orders/:id/status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50799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3891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Socket.io event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16636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28523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5285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51663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screen updates live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1417320"/>
            <a:ext cx="5212080" cy="4709160"/>
          </a:xfrm>
          <a:prstGeom prst="roundRect">
            <a:avLst>
              <a:gd name="adj" fmla="val 1165"/>
            </a:avLst>
          </a:prstGeom>
          <a:solidFill>
            <a:srgbClr val="0F172A"/>
          </a:solidFill>
          <a:ln/>
        </p:spPr>
      </p:sp>
      <p:pic>
        <p:nvPicPr>
          <p:cNvPr id="22" name="Image 0" descr="/home/claude/pptx/assets/track-ord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92240" y="1554480"/>
            <a:ext cx="4937760" cy="44348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31520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/>
        </p:spPr>
      </p:sp>
      <p:pic>
        <p:nvPicPr>
          <p:cNvPr id="5" name="Image 0" descr="/home/claude/pptx/assets/home-h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45920"/>
            <a:ext cx="70408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73736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1" descr="/home/claude/pptx/icons/search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923" y="1808683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15400" y="171907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Trie-powered live search across all services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229600" y="26974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0" name="Image 2" descr="/home/claude/pptx/icons/calendar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923" y="276880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15400" y="267919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pickups with express priority option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229600" y="365760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3" name="Image 3" descr="/home/claude/pptx/icons/bolt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923" y="3728923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5400" y="363931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tracking from pickup to delivery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8229600" y="461772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4" descr="/home/claude/pptx/icons/card_F59E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0923" y="4689043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15400" y="459943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+ itemized invoice, plus reviews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Partner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680960" cy="4663440"/>
          </a:xfrm>
          <a:prstGeom prst="roundRect">
            <a:avLst>
              <a:gd name="adj" fmla="val 11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home/claude/pptx/assets/admin-dash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45920"/>
            <a:ext cx="740664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73736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1" descr="/home/claude/pptx/icons/clipboard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683" y="1808683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35440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priority queue with real DSA scores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8595360" y="274320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0" name="Image 2" descr="/home/claude/pptx/icons/users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6683" y="281452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35440" y="27249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&amp; service management (CRUD)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8595360" y="37490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3" name="Image 3" descr="/home/claude/pptx/icons/calendar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683" y="3820363"/>
            <a:ext cx="405994" cy="40599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35440" y="373075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Conflict-checked slot booking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8595360" y="47548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4" descr="/home/claude/pptx/icons/route_F59E0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6683" y="4826203"/>
            <a:ext cx="405994" cy="4059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35440" y="47365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optimized delivery routing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Payments, Invoicing &amp; Reviews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6" name="Image 0" descr="/home/claude/pptx/icons/card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21067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Payment 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Card / Cash selection with confirmation modal and live order-status update on success.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0116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1" descr="/home/claude/pptx/icons/clipboard_F59E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538" y="210677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Itemized Invoice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printable invoice generated per order — service breakdown, totals, and payment method.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03920" y="2011680"/>
            <a:ext cx="731520" cy="73152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6" name="Image 2" descr="/home/claude/pptx/icons/star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18" y="2106778"/>
            <a:ext cx="541325" cy="5413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9260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&amp; Reviews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42900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rating restricted to delivered orders, feeding into a running average partner rating.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7-Day Development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1088136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2286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Auth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-22860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MongoDB Atlas, JWT auth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2562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90500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8496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Trie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8496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CRUD, Trie search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3918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71856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852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9852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order processing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5274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Routing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scheduling, Dijkstra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6630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4568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2564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2564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all customer/admin pages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7986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15924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3920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Live Tracking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3920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Invoicing, reviews, Socket.io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393424" y="362102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652760" y="39776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Fix &amp; Deploy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652760" y="4617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Render, Vercel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DEBUGGING LOG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5" name="Image 0" descr="/home/claude/pptx/icons/warn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705356"/>
            <a:ext cx="338328" cy="338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00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icons made the UI look like a template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263640" y="1764792"/>
            <a:ext cx="219456" cy="219456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8" name="Shape 5"/>
          <p:cNvSpPr/>
          <p:nvPr/>
        </p:nvSpPr>
        <p:spPr>
          <a:xfrm>
            <a:off x="6583680" y="164592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/home/claude/pptx/icons/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7053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600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real, category-mapped image assets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2" name="Image 2" descr="/home/claude/pptx/icons/warn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57403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4688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 silently dropped after submission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263640" y="2633472"/>
            <a:ext cx="219456" cy="219456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15" name="Shape 10"/>
          <p:cNvSpPr/>
          <p:nvPr/>
        </p:nvSpPr>
        <p:spPr>
          <a:xfrm>
            <a:off x="6583680" y="251460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6" name="Image 3" descr="/home/claude/pptx/icons/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257403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23760" y="24688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field-name mismatch: “review” vs “reviewComment”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19" name="Image 4" descr="/home/claude/pptx/icons/warn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442716"/>
            <a:ext cx="338328" cy="33832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337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route never rendered despite a 200 OK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263640" y="3502152"/>
            <a:ext cx="219456" cy="219456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22" name="Shape 15"/>
          <p:cNvSpPr/>
          <p:nvPr/>
        </p:nvSpPr>
        <p:spPr>
          <a:xfrm>
            <a:off x="6583680" y="338328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3" name="Image 5" descr="/home/claude/pptx/icons/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3442716"/>
            <a:ext cx="338328" cy="33832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223760" y="33375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one-character key mismatch in the API response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6" name="Image 6" descr="/home/claude/pptx/icons/warn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4311396"/>
            <a:ext cx="338328" cy="33832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88720" y="4206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filters returned “No Services Found”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263640" y="4370832"/>
            <a:ext cx="219456" cy="219456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29" name="Shape 20"/>
          <p:cNvSpPr/>
          <p:nvPr/>
        </p:nvSpPr>
        <p:spPr>
          <a:xfrm>
            <a:off x="6583680" y="425196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0" name="Image 7" descr="/home/claude/pptx/icons/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311396"/>
            <a:ext cx="338328" cy="33832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23760" y="4206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label-to-category mapping to match real DB data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33" name="Image 8" descr="/home/claude/pptx/icons/warn_DC26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5180076"/>
            <a:ext cx="338328" cy="33832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18872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GitHub push rejected (unrelated histories)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263640" y="5239512"/>
            <a:ext cx="219456" cy="219456"/>
          </a:xfrm>
          <a:prstGeom prst="ellipse">
            <a:avLst/>
          </a:prstGeom>
          <a:solidFill>
            <a:srgbClr val="F8FAFC"/>
          </a:solidFill>
          <a:ln/>
        </p:spPr>
      </p:sp>
      <p:sp>
        <p:nvSpPr>
          <p:cNvPr id="36" name="Shape 25"/>
          <p:cNvSpPr/>
          <p:nvPr/>
        </p:nvSpPr>
        <p:spPr>
          <a:xfrm>
            <a:off x="6583680" y="5120640"/>
            <a:ext cx="457200" cy="457200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7" name="Image 9" descr="/home/claude/pptx/icons/check_16A3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180076"/>
            <a:ext cx="338328" cy="33832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223760" y="5074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repo with no auto-generated files, clean push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3" name="Image 0" descr="/home/claude/pptx/icons/cloud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58613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804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7" name="Image 1" descr="/home/claude/pptx/icons/githu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1625803"/>
            <a:ext cx="405994" cy="4059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508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520440" y="1508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github.com/imaniketrajput/laundryconnect — MIT Licensed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40080" y="242316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1" name="Image 2" descr="/home/claude/pptx/icons/server_F59E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" y="2494483"/>
            <a:ext cx="405994" cy="4059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3774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3520440" y="23774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Render (free tier), auto-deploy from main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15" name="Image 3" descr="/home/claude/pptx/icons/react_F59E0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" y="3363163"/>
            <a:ext cx="405994" cy="4059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3520440" y="3246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Vercel, auto-deploy from main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40080" y="434340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19" name="Text 13"/>
          <p:cNvSpPr/>
          <p:nvPr/>
        </p:nvSpPr>
        <p:spPr>
          <a:xfrm>
            <a:off x="82296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note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22960" y="4709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Render's free instance spins down after inactivity — first request may take 30–50s to wake.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55080" y="141732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pic>
        <p:nvPicPr>
          <p:cNvPr id="22" name="Image 4" descr="/home/claude/pptx/assets/render-deploy-log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92240" y="1536192"/>
            <a:ext cx="4937760" cy="2057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5080" y="37490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live backend deploy log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355080" y="416052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pic>
        <p:nvPicPr>
          <p:cNvPr id="25" name="Image 5" descr="/home/claude/pptx/assets/vercel-liv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92240" y="4251960"/>
            <a:ext cx="4937760" cy="17373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1E293B"/>
          </a:solidFill>
          <a:ln/>
        </p:spPr>
      </p:sp>
      <p:pic>
        <p:nvPicPr>
          <p:cNvPr id="4" name="Image 0" descr="/home/claude/pptx/icons/rocket_F59E0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DSA. Real product.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deployed.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39319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LaundryConnect proves that Trie, Heap, Interval Scheduling, and Dijkstra aren't just whiteboard exercises — they solve real operational problems in a live, publicly deployed full-stack application.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payment gateway integration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56869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Redis-backed distributed priority queue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587959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Push notifications for status changes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6190488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partner-to-order assignment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03920" y="5989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1454</Words>
  <Application>Microsoft Office PowerPoint</Application>
  <PresentationFormat>Widescreen</PresentationFormat>
  <Paragraphs>236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PRATIK SINGH</cp:lastModifiedBy>
  <cp:revision>4</cp:revision>
  <dcterms:created xsi:type="dcterms:W3CDTF">2026-07-19T12:38:36Z</dcterms:created>
  <dcterms:modified xsi:type="dcterms:W3CDTF">2026-07-22T19:01:45Z</dcterms:modified>
</cp:coreProperties>
</file>